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Backend de choisys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8A8A"/>
                </a:solidFill>
              </a:rPr>
              <a:t>Avances de la API, la base de datos y el motor C++ · 4–8 oct 2026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4747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14"/>
                </a:solidFill>
              </a:rPr>
              <a:t>8 de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Cómo encaja todo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</a:rPr>
              <a:t>Cada capa hace una sola cosa. La interfaz nunca decide seguridad.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Interfaz móvil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624328" y="16459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API choisys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00016" y="16459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Autorización central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75704" y="16459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B2E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Neon (PostgreSQL)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Las decisiones del Cubo pasan por el motor C++ (neos-cube), solo desde la API y solo en la propia máquina.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2/12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Cuentas y sesiones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</a:rPr>
              <a:t>Hecho y en producción de desarrollo.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Registro atómico: cuenta + perfil + sesión se crean juntos o no se crea nada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Contraseñas con hash; sesiones de 30 días, revocables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Límites de intentos por IP y por correo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Cuenta desactivada = sin acceso en la siguiente petición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3/12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Roles y capacidades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</a:rPr>
              <a:t>Un único catálogo decide qué puede hacer cada rol (PR #54, fusionado).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682240"/>
                <a:gridCol w="2682240"/>
                <a:gridCol w="2682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8A8A"/>
                          </a:solidFill>
                        </a:rPr>
                        <a:t>Rol interno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8A8A"/>
                          </a:solidFill>
                        </a:rPr>
                        <a:t>Se muestra como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8A8A"/>
                          </a:solidFill>
                        </a:rPr>
                        <a:t>Capacidades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USER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usuario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lo propio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ADMIN · DEV · SUPERADMIN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reservados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= USER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SUPERDEV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sudev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USER + operar el sistema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SUDEV es solo el nombre de producto: internamente sigue siendo SUPERDEV.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4/12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Mi cuenta (RGPD)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</a:rPr>
              <a:t>Cada persona ve y controla solo lo suyo.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GET /me → perfil + capacidades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GET /me/runs y /me/export → mi historial y mis datos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POST /me/profile → cambiar mi nombre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POST /me/delete → borrar cuenta (pide contraseña; requisito de Apple)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5/12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Operación sudev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</a:rPr>
              <a:t>Solo el rol más alto, y siempre por debajo de sí mismo.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Listar perfiles con número de recorridos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Asignar rol, con motivo y auditoría en la misma transacción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Desactivar o reactivar cuentas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Nadie se cambia a sí mismo, toca a un igual ni sube a otro a su nivel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6/12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El historial se guarda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</a:rPr>
              <a:t>Al terminar las 3 fases, la API guarda el recorrido.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Solo lo que devuelve el motor: 3 mediciones (fase, fila, columna)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Si guardar falla, la respuesta a la persona no se rompe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Reintentos no duplican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TypeScript no calcula nada del Cubo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7/12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Base de datos Neon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</a:rPr>
              <a:t>Verificada contra la base real.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9FF14"/>
                </a:solidFill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migración aplicada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9FF14"/>
                </a:solidFill>
              </a:rPr>
              <a:t>13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capacidades sembradas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9FF14"/>
                </a:solidFill>
              </a:rPr>
              <a:t>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tests contra Neon real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Auditoría de roles solo-anexar (no se puede borrar ni editar)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Sin memoria: si Neon falla, se ve el fallo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8/12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Motor C++ · neos-cube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</a:rPr>
              <a:t>Público, determinista y portable (Windows, macOS, Linux).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Servicio local autenticado en 127.0.0.1:8765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Tests del núcleo y prueba de humo extremo a extremo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Ejemplo simulate_runs: 600 recorridos sintéticos con la librería real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Sin inferencia: espera una especificación matemática aprobada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9/12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Calidad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</a:rPr>
              <a:t>Cifras de hoy.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9FF14"/>
                </a:solidFill>
              </a:rPr>
              <a:t>48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tests de la API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9FF14"/>
                </a:solidFill>
              </a:rPr>
              <a:t>26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tests de la app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9FF14"/>
                </a:solidFill>
              </a:rPr>
              <a:t>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roles probados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Una regresión se detectó y corrigió antes de integrarse (PR #22)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Comprobación de frontera pública en cada cambio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Todo cambio entra por PR y lo fusiona solo el dueño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10/12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Pendiente y riesgos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</a:rPr>
              <a:t>Lo que falta, dicho claro.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Primera ejecución real en el Mac (preparada, sin probar)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Rotar la contraseña de pruebas de Neon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Interfaz de usuario y de sudev sobre el contrato de /me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Interpretación de resultados: no existe, por decisión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11/12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Mapa de repositorios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</a:rPr>
              <a:t>Todo en github.com/NeoRetroo38.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8A8A"/>
                          </a:solidFill>
                        </a:rPr>
                        <a:t>Repositorio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8A8A"/>
                          </a:solidFill>
                        </a:rPr>
                        <a:t>Qué es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choisys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Producto: app, API, base de datos (TypeScript)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neos-cube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Motor del Cubo (C++)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neo-cube-web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Utilidades públicas de dibujo (TypeScript)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scenarys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Web corporativa (privado)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12/12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Backend de choisys · avances</dc:title>
  <dc:subject>PptxGenJS Presentation</dc:subject>
  <dc:creator>PptxGenJS</dc:creator>
  <cp:lastModifiedBy>PptxGenJS</cp:lastModifiedBy>
  <cp:revision>1</cp:revision>
  <dcterms:created xsi:type="dcterms:W3CDTF">2026-10-08T08:20:19Z</dcterms:created>
  <dcterms:modified xsi:type="dcterms:W3CDTF">2026-10-08T08:20:19Z</dcterms:modified>
</cp:coreProperties>
</file>