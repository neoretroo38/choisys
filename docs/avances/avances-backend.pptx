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Backend de choisys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BE4FF"/>
                </a:solidFill>
              </a:rPr>
              <a:t>Avances de la API, la base de datos y el motor C++ · 4–8 oct 2026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34747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4A6"/>
                </a:solidFill>
              </a:rPr>
              <a:t>8 de octubre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36"/>
                </a:solidFill>
              </a:rPr>
              <a:t>Cómo encaja todo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679"/>
                </a:solidFill>
              </a:rPr>
              <a:t>Cada capa hace una sola cosa. La interfaz nunca decide seguridad.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2F6F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Interfaz móvil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2624328" y="16459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4B5D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API choisys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00016" y="16459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E05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Autorización central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775704" y="16459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2B9A6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Neon (PostgreSQL)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9"/>
                </a:solidFill>
              </a:rPr>
              <a:t>Las decisiones del Cubo pasan por el motor C++ (neos-cube), solo desde la API y solo en la propia máquina.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A8"/>
                </a:solidFill>
              </a:rPr>
              <a:t>Backend de choisys · avances · 2/12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36"/>
                </a:solidFill>
              </a:rPr>
              <a:t>Cuentas y sesiones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679"/>
                </a:solidFill>
              </a:rPr>
              <a:t>Hecho y en producción de desarrollo.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80467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536"/>
                </a:solidFill>
              </a:rPr>
              <a:t>Registro atómico: cuenta + perfil + sesión se crean juntos o no se crea nada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536"/>
                </a:solidFill>
              </a:rPr>
              <a:t>Contraseñas con hash; sesiones de 30 días, revocables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536"/>
                </a:solidFill>
              </a:rPr>
              <a:t>Límites de intentos por IP y por correo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536"/>
                </a:solidFill>
              </a:rPr>
              <a:t>Cuenta desactivada = sin acceso en la siguiente petición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A8"/>
                </a:solidFill>
              </a:rPr>
              <a:t>Backend de choisys · avances · 3/12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36"/>
                </a:solidFill>
              </a:rPr>
              <a:t>Roles y capacidades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679"/>
                </a:solidFill>
              </a:rPr>
              <a:t>Un único catálogo decide qué puede hacer cada rol (PR #54, en revisión).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8046720" cy="914400"/>
        </p:xfrm>
        <a:graphic>
          <a:graphicData uri="http://schemas.openxmlformats.org/drawingml/2006/table">
            <a:tbl>
              <a:tblPr/>
              <a:tblGrid>
                <a:gridCol w="2682240"/>
                <a:gridCol w="2682240"/>
                <a:gridCol w="2682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5B6679"/>
                          </a:solidFill>
                        </a:rPr>
                        <a:t>Rol interno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5B6679"/>
                          </a:solidFill>
                        </a:rPr>
                        <a:t>Se muestra como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5B6679"/>
                          </a:solidFill>
                        </a:rPr>
                        <a:t>Capacidades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</a:rPr>
                        <a:t>USER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</a:rPr>
                        <a:t>usuario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</a:rPr>
                        <a:t>lo propio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</a:rPr>
                        <a:t>ADMIN · DEV · SUPERADMIN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</a:rPr>
                        <a:t>reservados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</a:rPr>
                        <a:t>= USER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</a:rPr>
                        <a:t>SUPERDEV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</a:rPr>
                        <a:t>sudev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</a:rPr>
                        <a:t>USER + operar el sistema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9"/>
                </a:solidFill>
              </a:rPr>
              <a:t>SUDEV es solo el nombre de producto: internamente sigue siendo SUPERDEV.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A8"/>
                </a:solidFill>
              </a:rPr>
              <a:t>Backend de choisys · avances · 4/12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36"/>
                </a:solidFill>
              </a:rPr>
              <a:t>Mi cuenta (RGPD)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679"/>
                </a:solidFill>
              </a:rPr>
              <a:t>Cada persona ve y controla solo lo suyo.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80467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536"/>
                </a:solidFill>
              </a:rPr>
              <a:t>GET /me → perfil + capacidades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536"/>
                </a:solidFill>
              </a:rPr>
              <a:t>GET /me/runs y /me/export → mi historial y mis datos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536"/>
                </a:solidFill>
              </a:rPr>
              <a:t>POST /me/profile → cambiar mi nombre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536"/>
                </a:solidFill>
              </a:rPr>
              <a:t>POST /me/delete → borrar cuenta (pide contraseña; requisito de Apple)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A8"/>
                </a:solidFill>
              </a:rPr>
              <a:t>Backend de choisys · avances · 5/12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36"/>
                </a:solidFill>
              </a:rPr>
              <a:t>Operación sudev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679"/>
                </a:solidFill>
              </a:rPr>
              <a:t>Solo el rol más alto, y siempre por debajo de sí mismo (PR #54).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80467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536"/>
                </a:solidFill>
              </a:rPr>
              <a:t>Listar perfiles con número de recorridos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536"/>
                </a:solidFill>
              </a:rPr>
              <a:t>Asignar rol, con motivo y auditoría en la misma transacción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536"/>
                </a:solidFill>
              </a:rPr>
              <a:t>Desactivar o reactivar cuentas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536"/>
                </a:solidFill>
              </a:rPr>
              <a:t>Nadie se cambia a sí mismo, toca a un igual ni sube a otro a su nivel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A8"/>
                </a:solidFill>
              </a:rPr>
              <a:t>Backend de choisys · avances · 6/12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36"/>
                </a:solidFill>
              </a:rPr>
              <a:t>El historial se guarda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679"/>
                </a:solidFill>
              </a:rPr>
              <a:t>Al terminar las 3 fases, la API guarda el recorrido.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80467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536"/>
                </a:solidFill>
              </a:rPr>
              <a:t>Solo lo que devuelve el motor: 3 mediciones (fase, fila, columna)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536"/>
                </a:solidFill>
              </a:rPr>
              <a:t>Si guardar falla, la respuesta a la persona no se rompe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536"/>
                </a:solidFill>
              </a:rPr>
              <a:t>Reintentos no duplican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536"/>
                </a:solidFill>
              </a:rPr>
              <a:t>TypeScript no calcula nada del Cubo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A8"/>
                </a:solidFill>
              </a:rPr>
              <a:t>Backend de choisys · avances · 7/12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36"/>
                </a:solidFill>
              </a:rPr>
              <a:t>Base de datos Neon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679"/>
                </a:solidFill>
              </a:rPr>
              <a:t>Verificada contra la base real.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560320" cy="1097280"/>
          </a:xfrm>
          <a:prstGeom prst="roundRect">
            <a:avLst>
              <a:gd name="adj" fmla="val 8333"/>
            </a:avLst>
          </a:prstGeom>
          <a:solidFill>
            <a:srgbClr val="F1F5FB"/>
          </a:solidFill>
          <a:ln w="12700">
            <a:solidFill>
              <a:srgbClr val="F1F5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916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F6FED"/>
                </a:solidFill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9"/>
                </a:solidFill>
              </a:rPr>
              <a:t>migración aplicada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645920"/>
            <a:ext cx="2560320" cy="1097280"/>
          </a:xfrm>
          <a:prstGeom prst="roundRect">
            <a:avLst>
              <a:gd name="adj" fmla="val 8333"/>
            </a:avLst>
          </a:prstGeom>
          <a:solidFill>
            <a:srgbClr val="F1F5FB"/>
          </a:solidFill>
          <a:ln w="12700">
            <a:solidFill>
              <a:srgbClr val="F1F5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16916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F6FED"/>
                </a:solidFill>
              </a:rPr>
              <a:t>13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474720" y="23317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9"/>
                </a:solidFill>
              </a:rPr>
              <a:t>capacidades sembradas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35040" y="1645920"/>
            <a:ext cx="2560320" cy="1097280"/>
          </a:xfrm>
          <a:prstGeom prst="roundRect">
            <a:avLst>
              <a:gd name="adj" fmla="val 8333"/>
            </a:avLst>
          </a:prstGeom>
          <a:solidFill>
            <a:srgbClr val="F1F5FB"/>
          </a:solidFill>
          <a:ln w="12700">
            <a:solidFill>
              <a:srgbClr val="F1F5F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16916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F6FED"/>
                </a:solidFill>
              </a:rPr>
              <a:t>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217920" y="23317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9"/>
                </a:solidFill>
              </a:rPr>
              <a:t>tests contra Neon real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017520"/>
            <a:ext cx="80467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536"/>
                </a:solidFill>
              </a:rPr>
              <a:t>Auditoría de roles solo-anexar (no se puede borrar ni editar)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536"/>
                </a:solidFill>
              </a:rPr>
              <a:t>Sin memoria: si Neon falla, se ve el fallo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A8"/>
                </a:solidFill>
              </a:rPr>
              <a:t>Backend de choisys · avances · 8/12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36"/>
                </a:solidFill>
              </a:rPr>
              <a:t>Motor C++ · neos-cube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679"/>
                </a:solidFill>
              </a:rPr>
              <a:t>Público, determinista y portable (Windows, macOS, Linux).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80467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536"/>
                </a:solidFill>
              </a:rPr>
              <a:t>Servicio local autenticado en 127.0.0.1:8765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536"/>
                </a:solidFill>
              </a:rPr>
              <a:t>Tests del núcleo y prueba de humo extremo a extremo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536"/>
                </a:solidFill>
              </a:rPr>
              <a:t>Ejemplo simulate_runs: 600 recorridos sintéticos con la librería real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536"/>
                </a:solidFill>
              </a:rPr>
              <a:t>Sin inferencia: espera una especificación matemática aprobada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A8"/>
                </a:solidFill>
              </a:rPr>
              <a:t>Backend de choisys · avances · 9/12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36"/>
                </a:solidFill>
              </a:rPr>
              <a:t>Calidad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679"/>
                </a:solidFill>
              </a:rPr>
              <a:t>Cifras de hoy.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560320" cy="1097280"/>
          </a:xfrm>
          <a:prstGeom prst="roundRect">
            <a:avLst>
              <a:gd name="adj" fmla="val 8333"/>
            </a:avLst>
          </a:prstGeom>
          <a:solidFill>
            <a:srgbClr val="F1F5FB"/>
          </a:solidFill>
          <a:ln w="12700">
            <a:solidFill>
              <a:srgbClr val="F1F5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916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F6FED"/>
                </a:solidFill>
              </a:rPr>
              <a:t>48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9"/>
                </a:solidFill>
              </a:rPr>
              <a:t>tests de la API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645920"/>
            <a:ext cx="2560320" cy="1097280"/>
          </a:xfrm>
          <a:prstGeom prst="roundRect">
            <a:avLst>
              <a:gd name="adj" fmla="val 8333"/>
            </a:avLst>
          </a:prstGeom>
          <a:solidFill>
            <a:srgbClr val="F1F5FB"/>
          </a:solidFill>
          <a:ln w="12700">
            <a:solidFill>
              <a:srgbClr val="F1F5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16916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F6FED"/>
                </a:solidFill>
              </a:rPr>
              <a:t>26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474720" y="23317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9"/>
                </a:solidFill>
              </a:rPr>
              <a:t>tests de la app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35040" y="1645920"/>
            <a:ext cx="2560320" cy="1097280"/>
          </a:xfrm>
          <a:prstGeom prst="roundRect">
            <a:avLst>
              <a:gd name="adj" fmla="val 8333"/>
            </a:avLst>
          </a:prstGeom>
          <a:solidFill>
            <a:srgbClr val="F1F5FB"/>
          </a:solidFill>
          <a:ln w="12700">
            <a:solidFill>
              <a:srgbClr val="F1F5F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16916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F6FED"/>
                </a:solidFill>
              </a:rPr>
              <a:t>5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217920" y="23317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9"/>
                </a:solidFill>
              </a:rPr>
              <a:t>roles probados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017520"/>
            <a:ext cx="80467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536"/>
                </a:solidFill>
              </a:rPr>
              <a:t>Una regresión se detectó y corrigió antes de integrarse (PR #22)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536"/>
                </a:solidFill>
              </a:rPr>
              <a:t>Comprobación de frontera pública en cada cambio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536"/>
                </a:solidFill>
              </a:rPr>
              <a:t>Todo cambio entra por PR y lo fusiona solo el dueño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A8"/>
                </a:solidFill>
              </a:rPr>
              <a:t>Backend de choisys · avances · 10/12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36"/>
                </a:solidFill>
              </a:rPr>
              <a:t>Pendiente y riesgos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679"/>
                </a:solidFill>
              </a:rPr>
              <a:t>Lo que falta, dicho claro.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80467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536"/>
                </a:solidFill>
              </a:rPr>
              <a:t>Primera ejecución real en el Mac (preparada, sin probar)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536"/>
                </a:solidFill>
              </a:rPr>
              <a:t>Rotar la contraseña de pruebas de Neon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536"/>
                </a:solidFill>
              </a:rPr>
              <a:t>Interfaz de usuario y de sudev sobre el contrato de /me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536"/>
                </a:solidFill>
              </a:rPr>
              <a:t>Interpretación de resultados: no existe, por decisión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A8"/>
                </a:solidFill>
              </a:rPr>
              <a:t>Backend de choisys · avances · 11/12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36"/>
                </a:solidFill>
              </a:rPr>
              <a:t>Mapa de repositorios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679"/>
                </a:solidFill>
              </a:rPr>
              <a:t>Todo en github.com/NeoRetroo38.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80467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5B6679"/>
                          </a:solidFill>
                        </a:rPr>
                        <a:t>Repositorio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5B6679"/>
                          </a:solidFill>
                        </a:rPr>
                        <a:t>Qué es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</a:rPr>
                        <a:t>choisys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</a:rPr>
                        <a:t>Producto: app, API, base de datos (TypeScript)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</a:rPr>
                        <a:t>neos-cube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</a:rPr>
                        <a:t>Motor del Cubo (C++)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</a:rPr>
                        <a:t>neo-cube-web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</a:rPr>
                        <a:t>Utilidades públicas de dibujo (TypeScript)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</a:rPr>
                        <a:t>scenarys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</a:rPr>
                        <a:t>Web corporativa (privado)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A8"/>
                </a:solidFill>
              </a:rPr>
              <a:t>Backend de choisys · avances · 12/12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Backend de choisys · avances</dc:title>
  <dc:subject>PptxGenJS Presentation</dc:subject>
  <dc:creator>PptxGenJS</dc:creator>
  <cp:lastModifiedBy>PptxGenJS</cp:lastModifiedBy>
  <cp:revision>1</cp:revision>
  <dcterms:created xsi:type="dcterms:W3CDTF">2026-10-08T07:24:33Z</dcterms:created>
  <dcterms:modified xsi:type="dcterms:W3CDTF">2026-10-08T07:24:33Z</dcterms:modified>
</cp:coreProperties>
</file>